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Personal Task Manager CLI + Web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86C1"/>
                </a:solidFill>
              </a:defRPr>
            </a:pPr>
            <a:r>
              <a:t>A Complete Data Automation Portfolio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Vijayendra Singh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FF4FB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What This Project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Fetches real data from REST APIs using Bash and Python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Validates JSON schema on 200+ records automatically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Schedules hourly automation using Linux cron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Automates browser with Playwright — takes screenshots as evidence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Documents every action as CUA trajectories (AI annotation format)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E86C1"/>
                </a:solidFill>
              </a:defRPr>
            </a:pPr>
            <a:r>
              <a:t>Backend/Scripting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Python 3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Bash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curl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jq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requests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jsonschema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Playwright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cron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E86C1"/>
                </a:solidFill>
              </a:defRPr>
            </a:pPr>
            <a:r>
              <a:t>Data &amp; Reporting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JSON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CSV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Excel (openpyxl)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Google Places API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Indeed India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Step 1 &amp; 2 — Fetch &amp; Filter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E86C1"/>
                </a:solidFill>
              </a:defRPr>
            </a:pPr>
            <a:r>
              <a:t>API → curl/Bash → tasks.json → Python filter → pending_tasks.json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400" b="1">
                <a:solidFill>
                  <a:srgbClr val="1E3A5F"/>
                </a:solidFill>
              </a:defRPr>
            </a:pPr>
            <a:r>
              <a:t>200 tasks fetched</a:t>
            </a:r>
          </a:p>
          <a:p>
            <a:pPr algn="ctr">
              <a:spcAft>
                <a:spcPts val="1200"/>
              </a:spcAft>
              <a:defRPr sz="2400" b="1">
                <a:solidFill>
                  <a:srgbClr val="1E3A5F"/>
                </a:solidFill>
              </a:defRPr>
            </a:pPr>
            <a:r>
              <a:t>90 completed tasks</a:t>
            </a:r>
          </a:p>
          <a:p>
            <a:pPr algn="ctr">
              <a:spcAft>
                <a:spcPts val="1200"/>
              </a:spcAft>
              <a:defRPr sz="2400" b="1">
                <a:solidFill>
                  <a:srgbClr val="1E3A5F"/>
                </a:solidFill>
              </a:defRPr>
            </a:pPr>
            <a:r>
              <a:t>110 pending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Scripts: step1_fetch.sh, step2_filter.py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Step 3 — JSON Schema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1E3A5F"/>
                </a:solidFill>
              </a:defRPr>
            </a:pPr>
            <a:r>
              <a:t>Total: 200 records</a:t>
            </a:r>
          </a:p>
          <a:p>
            <a:pPr algn="ctr">
              <a:spcAft>
                <a:spcPts val="800"/>
              </a:spcAft>
              <a:defRPr sz="2800" b="1">
                <a:solidFill>
                  <a:srgbClr val="1E3A5F"/>
                </a:solidFill>
              </a:defRPr>
            </a:pPr>
            <a:r>
              <a:t>Valid: 200</a:t>
            </a:r>
          </a:p>
          <a:p>
            <a:pPr algn="ctr">
              <a:spcAft>
                <a:spcPts val="800"/>
              </a:spcAft>
              <a:defRPr sz="2800" b="1">
                <a:solidFill>
                  <a:srgbClr val="1E3A5F"/>
                </a:solidFill>
              </a:defRPr>
            </a:pPr>
            <a:r>
              <a:t>Invalid: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E86C1"/>
                </a:solidFill>
              </a:defRPr>
            </a:pPr>
            <a:r>
              <a:t>Schema Validated: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id (integer)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userId (integer)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title (string)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completed (boolean)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Script: step3_validate.py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Step 4 &amp; 5 — Cron Scheduling + Browser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E86C1"/>
                </a:solidFill>
              </a:defRPr>
            </a:pPr>
            <a:r>
              <a:t>Step 4: Cron Scheduling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Runs every hour (0 * * * *)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Logs to /tmp/tasks.log</a:t>
            </a:r>
          </a:p>
          <a:p>
            <a:pPr>
              <a:spcBef>
                <a:spcPts val="1000"/>
              </a:spcBef>
              <a:defRPr sz="1400" i="1">
                <a:solidFill>
                  <a:srgbClr val="1E3A5F"/>
                </a:solidFill>
              </a:defRPr>
            </a:pPr>
            <a:r>
              <a:t>Script: step4_cron_setup.sh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E86C1"/>
                </a:solidFill>
              </a:defRPr>
            </a:pPr>
            <a:r>
              <a:t>Step 5: Browser Automation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Opens browser headlessly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Extracts 8 headings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Screenshot: 311KB</a:t>
            </a:r>
          </a:p>
          <a:p>
            <a:pPr>
              <a:spcBef>
                <a:spcPts val="1000"/>
              </a:spcBef>
              <a:defRPr sz="1400" i="1">
                <a:solidFill>
                  <a:srgbClr val="1E3A5F"/>
                </a:solidFill>
              </a:defRPr>
            </a:pPr>
            <a:r>
              <a:t>Script: step5_playwright.py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Step 6 — CUA Trajectory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Each action documented as: Action → Description →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86C1"/>
                </a:solidFill>
              </a:defRPr>
            </a:pPr>
            <a:r>
              <a:t>Example: NAVIGATE | Go to JSONPlaceholder | HTTP 200 received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This is exactly what AI annotation companies need for training data</a:t>
            </a:r>
          </a:p>
          <a:p>
            <a:pPr algn="ctr">
              <a:defRPr sz="1800">
                <a:solidFill>
                  <a:srgbClr val="000000"/>
                </a:solidFill>
              </a:defRPr>
            </a:pPr>
            <a:r>
              <a:t>cua_agent.py records 11 steps automatically with screenshots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Real-World Use Case — Bangalore Business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C1"/>
                </a:solidFill>
              </a:defRPr>
            </a:pPr>
            <a:r>
              <a:t>Fetches real companies from Google Maps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Business Categories: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• Advertising agencies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• Digital marketing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• SEO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• Social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Output saved to Excel: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• Company name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• Rating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• Phone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• Website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Extended Use — Job &amp; Freelancer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E86C1"/>
                </a:solidFill>
              </a:defRPr>
            </a:pPr>
            <a:r>
              <a:t>Job Scraper</a:t>
            </a:r>
          </a:p>
          <a:p>
            <a:pPr>
              <a:spcAft>
                <a:spcPts val="800"/>
              </a:spcAft>
              <a:defRPr sz="1600" b="1">
                <a:solidFill>
                  <a:srgbClr val="000000"/>
                </a:solidFill>
              </a:defRPr>
            </a:pPr>
            <a:r>
              <a:t>Searches Indeed India for: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</a:defRPr>
            </a:pPr>
            <a:r>
              <a:t>• DevOps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</a:defRPr>
            </a:pPr>
            <a:r>
              <a:t>• Python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</a:defRPr>
            </a:pPr>
            <a:r>
              <a:t>• AWS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in any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E86C1"/>
                </a:solidFill>
              </a:defRPr>
            </a:pPr>
            <a:r>
              <a:t>Freelancer Finder</a:t>
            </a:r>
          </a:p>
          <a:p>
            <a:pPr>
              <a:spcAft>
                <a:spcPts val="800"/>
              </a:spcAft>
              <a:defRPr sz="1600" b="1">
                <a:solidFill>
                  <a:srgbClr val="000000"/>
                </a:solidFill>
              </a:defRPr>
            </a:pPr>
            <a:r>
              <a:t>Finds web developers on: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</a:defRPr>
            </a:pPr>
            <a:r>
              <a:t>• Internshala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</a:defRPr>
            </a:pPr>
            <a:r>
              <a:t>• Indeed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</a:defRPr>
            </a:pPr>
            <a:r>
              <a:t>•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All results saved to timestamped CSV archive + master Excel with multiple sheets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Skill                          │ Covered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Linux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Steps 1, 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7680960" cy="411480"/>
          </a:xfrm>
          <a:prstGeom prst="rect">
            <a:avLst/>
          </a:prstGeom>
          <a:solidFill>
            <a:srgbClr val="EFF4FB"/>
          </a:solidFill>
          <a:ln>
            <a:solidFill>
              <a:srgbClr val="EF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Bash Scripting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514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Steps 1,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Python Scripting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71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Steps 2, 3,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7680960" cy="411480"/>
          </a:xfrm>
          <a:prstGeom prst="rect">
            <a:avLst/>
          </a:prstGeom>
          <a:solidFill>
            <a:srgbClr val="EFF4FB"/>
          </a:solidFill>
          <a:ln>
            <a:solidFill>
              <a:srgbClr val="EF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REST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29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Steps 1,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JSON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886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Steps 2,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solidFill>
            <a:srgbClr val="EFF4FB"/>
          </a:solidFill>
          <a:ln>
            <a:solidFill>
              <a:srgbClr val="EF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Browser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343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Step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CUA Trajectory Writing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800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Step 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12080"/>
            <a:ext cx="7680960" cy="411480"/>
          </a:xfrm>
          <a:prstGeom prst="rect">
            <a:avLst/>
          </a:prstGeom>
          <a:solidFill>
            <a:srgbClr val="EFF4FB"/>
          </a:solidFill>
          <a:ln>
            <a:solidFill>
              <a:srgbClr val="EF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257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Dockerfile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Data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715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All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179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86C1"/>
                </a:solidFill>
              </a:defRPr>
            </a:pPr>
            <a:r>
              <a:t>GitHub: github.com/vizz-bob/task-manager-cli-automation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